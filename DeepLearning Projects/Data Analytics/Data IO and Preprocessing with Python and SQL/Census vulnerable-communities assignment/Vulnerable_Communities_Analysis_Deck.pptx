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IDENTIFYING VULNERABLE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COMMUNITIES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Multi-Factor Analysis Using the U.S. Census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Unit  |  Non-Profit Resource Allocation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822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Context &amp;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a vulnerability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Pipeline &amp; Cleaning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 to analysis-ready DataFrame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1396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957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rates, employment, child concentration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798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Composite Score &amp; Prioritization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normalization, quantile categories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456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Findings &amp; Outliers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7124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need is highest and most extreme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3708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for resource allocation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non-profit must allocate scarce resources to the communities that need them most.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demographic data is rich but multi-dimensional. Single metrics (poverty rate alone) miss important dimensions such as child concentration and labor-market conditions.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to the U.S. Census API, clean the response, engineer rates and proportions, then combine them into a transparent, weighted vulnerability score.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Outcome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of counties, five priority categories, and a short list of statistical outliers that together guide first-round investment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PIPELINE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32588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key from .env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→ 200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132588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DataFrame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1005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97680" y="132588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to Int64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005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60720" y="132588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1005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23760" y="1325880"/>
            <a:ext cx="3657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0–100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1005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3524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352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qcut labels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outliers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principle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deterministic and documented. The same notebook can be re-run when new ACS data is released or when weights are revised by the allocation committee. Secrets stay in environment variables; the notebook itself is shareable.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 ENGINEERING – RATES THAT MATTER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109728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Poverty 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731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poverty_count / population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prevalence of poverty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09728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Under-5 Poverty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(♂+♀ under-5 in poverty) / (♂+♀ under-5 pop)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risk for young children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109728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Over-75 Poverty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(♂+♀ over-75 in poverty) / (♂+♀ over-75 pop)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578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economic insecurity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109728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Employment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063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employed_total / population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355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Labor-market attachment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109728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Child Poverty Share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under-5 poverty count / total poverty 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1330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of poverty among children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COMPOSITE VULNERABILITY SCORE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vulnerability = 0.35·poverty + 0.40·child share + 0.25·(1 − employment)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51760" cy="2194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Overall Poverty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economic hardship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651760" cy="2194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Child Poverty Share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developmental stakes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651760" cy="2194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Unemployment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Labor-market exclusion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min-max normalized to [0,1] then scaled ×100 for interpretability.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documented and revisable by the Resource Allocation Committee.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SCORE TO ACTIONABLE CATEGORIES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quantile bins (pd.qcut) turn the continuous score into a simple priority ladder.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600200" cy="118872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Very 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280160"/>
            <a:ext cx="1600200" cy="1188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2801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60020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2801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280160"/>
            <a:ext cx="1600200" cy="118872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2801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1280160"/>
            <a:ext cx="1600200" cy="118872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2801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Very High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Complementary signal: Z-score outliers on absolute poverty_count (threshold = 3)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Large-population counties can have high absolute need even when their rate is only moderately elevated. Flagging |z| &gt; 3 ensures these places are not missed by a purely rate-based ranking.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 priority categories and the outlier list form a dual filter: relative ranking + absolute scale.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Child poverty is elevated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Under-5 poverty rates exceed both total and over-75 rates in the majority of counties. Developmental risk is concentrated.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Need clusters by state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states contain a disproportionate share of “Very High” priority counties—ideal for multi-county partnerships.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Absolute outliers exist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large counties sit more than three standard deviations above the mean poverty count and warrant immediate attention.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Score is transparent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documented; weights can be revised without rebuilding the entire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731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the top tier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0241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first-round resources to the highest-scoring counties and all statistical outliers on poverty count.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08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Elevate child-focused programs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8013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under-5 metrics drive 40 % of the score, prioritize early-childhood nutrition, health, and caregiver support.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286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Partner at state level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5786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the states that contain the largest number of Very High priority counties for coordinated multi-county delivery.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Refresh on a cadence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3558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pipeline quarterly (or with each new ACS release) to detect emerging need and evaluate prior investments.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Publish the logic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formula, weights, and rankings public so local partners can understand and improve the prioritization.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adjust the weight vector → authorize first-tranche funding 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follow-on analysis with housing and health-insurance layers.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notebook template, checklist, and extension-topic brief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available for the team to adapt to related policy questions.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Unit  ·  August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Vulnerable Communities – U.S. Census Analysis</dc:title>
  <dc:subject>PptxGenJS Presentation</dc:subject>
  <dc:creator>Data Analytics Unit</dc:creator>
  <cp:lastModifiedBy>Data Analytics Unit</cp:lastModifiedBy>
  <cp:revision>1</cp:revision>
  <dcterms:created xsi:type="dcterms:W3CDTF">2026-08-18T04:59:39Z</dcterms:created>
  <dcterms:modified xsi:type="dcterms:W3CDTF">2026-08-18T04:59:39Z</dcterms:modified>
</cp:coreProperties>
</file>