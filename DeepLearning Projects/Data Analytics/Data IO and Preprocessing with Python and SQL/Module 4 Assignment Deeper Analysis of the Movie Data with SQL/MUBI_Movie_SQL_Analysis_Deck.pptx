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ANALYSIS OF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MUBI MOVIE DATA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Validation • Audience Insights • Content Strategy 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Analytics Team  • 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MUBI Movie Data Analysis  |  SQL + Pandas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6492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Data Quality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2984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checks and missing-value scan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19842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binning of audience scores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High-Rated Recent Films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670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Post-2015 titles scoring 4.5–4.9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Director’s Cuts &amp; Special Editions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3558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and top directors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490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Trends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0416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&amp; max popularity by year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348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30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Critiques &amp; Content Gaps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47274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ranking and unrated movies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1206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6304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Next Steps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3040" y="54132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strategy implications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MUBI Movie Data Analysis  |  SQL + Pandas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6492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 &amp; QUALITY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226,575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titles (no duplicates)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0058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3484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missing years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0058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22960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+ ratings joined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Validation Results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Uniqueness confirmed: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movie_id) = total rows → zero duplicate movies.
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Missing release years: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rare; affected titles also show very low popularity.
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Implication: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production-ready for aggregate analysis and strategic decisions without heavy cleaning.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MUBI Movie Data Analysis  |  SQL + Pandas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6492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 (BINNING)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statement segmented every movie into three audience-preference tiers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356616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&gt; 3.5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audience love — primary candidates for promotion and curation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51960" y="137160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371600"/>
            <a:ext cx="3566160" cy="1371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805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≤ rating ≤ 3.5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2926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but not exceptional — monitor for breakout potential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1371600"/>
            <a:ext cx="356616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7532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&lt; 2.5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2926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resonance — investigate genre or quality signals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MUBI Movie Data Analysis  |  SQL + Pandas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6492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HIGHLY-RATED RECENT FILMS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after 2015  •  Rating between 4.5 and 4.9  •  Ordered by rating then year (DESC)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FILTER?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5.0 scores frequently come from tiny sample sizes. Focusing on the 4.5–4.9 band surfaces films that have already demonstrated broad, durable audience approval — ideal for promotional prioritization and homepage placement.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Use Cases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Featured carousel / “Staff Picks” programming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Email &amp; push-notification campaigns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Genre-level performance benchmarking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 for acquisition / licensing conversations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MUBI Movie Data Analysis  |  SQL + Pandas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6492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DIRECTOR’S CUTS &amp; SPECIAL EDITIONS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'%director''s cut%'  +  rating IS NOT NULL  →  ranked by rating DESC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pattern matching locates special-edition titles regardless of position in the string. Combined with a non-null rating filter and descending sort, the query surfaces the highest-quality director’s cuts in the catalog.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VALUE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director_name → count of director’s cuts + average rating. The two directors with the largest counts become priority targets for special-edition programming and exclusive content partnerships.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MUBI Movie Data Analysis  |  SQL + Pandas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6492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TRENDS (LAST 10 YEARS)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AVG(rating) and MAX(movie_popularity) grouped by release year, ordered DESC, LIMIT 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relatively stable across recent years. Audience quality perception does not appear to have shifted dramatically, giving confidence that newer catalog additions maintain platform standards.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POPULARITY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1031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Noticeably lower for 2020–2021 titles. Most likely explanation: data was collected before those films had enough time to accumulate long-term “love” counts from users. Not necessarily a quality signal.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MUBI Movie Data Analysis  |  SQL + Pandas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6492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&amp; CONTENT GAPS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LIKED CRITIQUES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movies ↔ ratings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critique_likes DESC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ten most-appreciated user reviews. These authors form a ready-made shortlist for a free-month subscription campaign in exchange for new reviews of recent titles.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005840"/>
            <a:ext cx="548640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UNRATED MOVIES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+ WHERE ratings.movie_id IS NULL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COUNT(*) AS num_no_reviews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9260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the share of the catalog that has never received a single user rating. Direct indicator of discovery friction or content-gap opportunities that merit further investigation.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MUBI Movie Data Analysis  |  SQL + Pandas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6492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NEXT STEPS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the post-2015 high-rated cohort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carousels, email, and push campaigns.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828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special-edition programming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148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directors who dominate the “director’s cut” list.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engagement pilot with top critics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063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free month for new reviews of recent titles.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657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unrated segment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gap is discoverability, niche, or pipeline.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572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Institutionalize the analysis pattern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reusable template for future catalog refreshes.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Deeper Analysis of MUBI Movie Data with SQL</dc:title>
  <dc:subject>Module 4 Assignment Insights</dc:subject>
  <dc:creator>Media Analytics Team</dc:creator>
  <cp:lastModifiedBy>Media Analytics Team</cp:lastModifiedBy>
  <cp:revision>1</cp:revision>
  <dcterms:created xsi:type="dcterms:W3CDTF">2026-08-18T05:22:22Z</dcterms:created>
  <dcterms:modified xsi:type="dcterms:W3CDTF">2026-08-18T05:22:22Z</dcterms:modified>
</cp:coreProperties>
</file>