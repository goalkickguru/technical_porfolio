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 QUALITY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2.5 Data Exploration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Labs Summary  •  Parallel Lists, Aggregates &amp; Loops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C3M1 Lessons 2 &amp; 3  |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2070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parallel lists (place, value, year) for types, lengths, and individual observations.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0756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aggregates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3500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overall sum, average, and maximum PM 2.5; locate the peak event in context.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944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&amp; loop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21868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years and locations exceeding the 12 mcg/m³ moderate-risk threshold.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86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8130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region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873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data into neighborhood lists and compute regional averages for comparison.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geo_place_name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 regions)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data_value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avg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2.5 (mcg/m³)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(2009–2021)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observations  •  3 neighborhoods  •  13 years  •  Source: EPA (reduced)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947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Pedagogical design choice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delivered as three parallel Python lists (not a DataFrame) so learners master indexing, length checks, and loops before moving to higher-level tools.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— Snapshot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mcg/m³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average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(2009–2021)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mcg/m³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value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Chelsea–Clinton 2009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Exceedances of 12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(moderate risk)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neighborhoods show a clear downward trend from the late 2000s into the early 2020s.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Chelsea–Clinton remains the highest-average neighborhood; Long Island City–Astoria is the cleanest of the three.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Averages Compared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Chelsea – Clinton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27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average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exceedances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mcg/m³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03120"/>
            <a:ext cx="109728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West Side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578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Mid-range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early exceedance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mcg/m³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54680"/>
            <a:ext cx="109728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Island City – Astoria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630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Cleanest of the three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values &gt; 12 after 2009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mcg/m³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Exceeding 12 mcg/m³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chosen to reflect the EPA’s former annual standard (moderate risk reference).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Chelsea – Clinton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  •  14.2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  •  13.2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  •  13.3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 •  12.4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  •  12.4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  •  12.5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West Side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  •  12.2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(Only one exceedance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full series)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&amp; Skills Practiced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fundamentals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type(), indexing, len(), parallel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sum(), max(), average = sum / len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.append() to add a new observation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48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 in range(n):  + conditional filtering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elif / else to build category-specific lists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numbers to health thresholds &amp; trends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Guideline Implications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01168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messaging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Chelsea–Clinton historically carried the highest burden; community guidance can prioritize this area for outdoor-activity advisories and longer-term exposure reduction.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Celebrate improvement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neighborhoods improved substantially. Communicating the downward trend builds public trust and supports continued policy measures.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threshold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mcg/m³ remains a useful communication anchor for “moderate concern,” while noting that sensitive individuals may react at lower levels.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the 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transparent list-and-loop approach can screen additional neighborhoods, newer years, or complementary pollutants before heavier tooling is introduced.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assets produced with this project: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 Checklist (must-have tasks)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Findings Memo for stakeholders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Reusable Jupyter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Top-5 Related Analysis Topics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Practice Team  •  August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Air Quality Analysis — PM 2.5 Exploration</dc:title>
  <dc:subject>Practice Lab Summary — C3M1 Lessons 2 &amp; 3</dc:subject>
  <dc:creator>Data Analysis Practice Team</dc:creator>
  <cp:lastModifiedBy>Data Analysis Practice Team</cp:lastModifiedBy>
  <cp:revision>1</cp:revision>
  <dcterms:created xsi:type="dcterms:W3CDTF">2026-08-18T06:11:21Z</dcterms:created>
  <dcterms:modified xsi:type="dcterms:W3CDTF">2026-08-18T06:11:21Z</dcterms:modified>
</cp:coreProperties>
</file>