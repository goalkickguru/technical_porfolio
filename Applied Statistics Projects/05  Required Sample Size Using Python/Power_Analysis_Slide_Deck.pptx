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POWER • EFFECT SIZE • P-VALUES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Estimating Required Sample Size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Using Python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framework for scientific inference  |  Based on Denis (2021) Ch. 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CHAPTER OBJECTIVES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You Will Master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129844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P-Values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7360" y="160020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their nature and proper use in scientific inference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1945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216712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Effect Size vs 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37360" y="24688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the two and know why effect sizes are often more important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0632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37360" y="303580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Statistical Power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37360" y="333756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power relates one-to-one with p-values and sample size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9319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737360" y="390448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Sample Size Planning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37360" y="42062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required n for t-tests and appreciate the interplay of all three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t-STATISTIC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Determines the Size of a P-Value?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  =  (ȳ − μ)  /  (s / √n)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743200" cy="28346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28800"/>
            <a:ext cx="2743200" cy="9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Mean Difference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ȳ − μ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scientific quantity of interest. Larger difference → larger t → smaller p.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828800"/>
            <a:ext cx="2743200" cy="28346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828800"/>
            <a:ext cx="2743200" cy="9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Standard Deviation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2514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29000" y="30175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in the data. Smaller s → larger t. Can be reduced by screening or blocking.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2743200" cy="28346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828800"/>
            <a:ext cx="2743200" cy="9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Sample Size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3640" y="2514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√n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9360" y="30175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n shrinks the standard error. Even tiny differences become “significant”.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STANDARDIZED MEAN DIFFERENCE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Effect Size — Cohen’s 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  =  |ȳ − μ₀|  /  σ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mean difference of 30 IQ points is impressive only relative to the variability in the population. Cohen’s d puts the difference into statistical context.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6060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703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Subtle, often needs large 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23774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26060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0.5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7472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Medium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11880" y="3703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Noticeable in practice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23774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26060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0.8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30936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Large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3703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Obvious with modest samples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THREE LEVERS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Determines Statistical Power?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= Probability of rejecting H₀ when H₀ is false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3736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69164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Effect Size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01168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true difference between means → higher power. You cannot control this after the fact, but you can design for larger expected effects.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78892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88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σ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274320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Population Variance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06324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σ → higher power. Achieve it by screening participants, blocking nuisance variables, or improving measurement precision.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84048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40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379476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Sample Size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411480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n → higher power. Usually the easiest lever to pull, but subject to diminishing returns and practical cost constraints.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PRACTICAL REALITY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 a Sample Be Too Large?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402336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344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THEORETICALLY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have too large a sample size.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of research is to learn population parameters. Larger samples give better estimates.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Relying solely on p-values as evidence of scientific importance is the real problem—not large 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402336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2344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PRAGMATICALLY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92024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Diminishing returns appear after power ≈ 0.90–0.95.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n from 1,000 to 2,000 may raise power only from 0.95 to 0.99 while doubling cost.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healthy power; do not waste resources chasing the last decimal.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HANDS-ON WITH STATSMODELS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Estimating Sample Size in Python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194560"/>
          </a:xfrm>
          <a:prstGeom prst="roundRect">
            <a:avLst>
              <a:gd name="adj" fmla="val 3333"/>
            </a:avLst>
          </a:prstGeom>
          <a:solidFill>
            <a:srgbClr val="0F1B3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statsmodels.stats.power import TTestIndPower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effect, alpha, power = 0.8, 0.05, 0.80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= TTestIndPower()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analysis.solve_power(effect, power=power,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nobs1=None, ratio=1.0, alpha=alpha)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print(f'Sample Size per group: {n:.1f}')   # ≈ 25.5 → round up to 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52044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effect = 0.8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expected difference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352044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power = 0.80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37560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target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52044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≈ 26 / group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round upward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AVOID THESE MISTAKES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Most Common Errors of Interpretation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“p &lt; 0.05” as automatically scientifically meaningful without an effect size.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78308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statistical power when interpreting a non-significant result (low power ≠ no effect).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46888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larger n is always better without considering diminishing returns on power.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15468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Believing that big-data environments make hypothesis testing or effect-size thinking obsolete.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84048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only the test statistic and p-value while omitting the magnitude of the observed effect.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MODERN CONTEXT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Power &amp; Hypothesis Testing in the Age of Big Data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 sets do not make statistical principles obsolete—they change where the emphasis lies.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828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Power becomes implicit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hundreds of thousands of observations you almost always have enough power. Formal power calculations are rarely needed.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69164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828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p-values lose meaning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21945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Virtually every non-null effect will be statistically significant. The scientific question shifts entirely to effect size and practical importance.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246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Inference still occurs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36118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p-values are not reported, you are still generalizing from a sample (or a snapshot) to a larger population or process.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310896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3246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 still matters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36118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carefully planned experiments (clinical trials, product A/B tests) power analysis remains essential because samples are expensive.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109728" cy="5943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972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interpret a p-value in isolation—always accompany it with an effect size.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83080"/>
            <a:ext cx="109728" cy="5943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7830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is not mysterious: it is a direct function of effect size, variance, and sample size.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68880"/>
            <a:ext cx="109728" cy="5943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4688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theoretically have “too much” power or “too large” a sample; practical diminishing returns do exist.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54680"/>
            <a:ext cx="109728" cy="5943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1546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noise (σ) is often a more elegant way to gain power than simply collecting more data.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840480"/>
            <a:ext cx="109728" cy="5943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840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big-data settings the statistical principles remain; only the relative emphasis shifts from significance to magnitude.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Turn understanding into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portfolio evidence.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accompanying Jupyter template, complete the checklist,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package the results as a clean, reproducible project.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Denis (2021)  •  Chapter 5  •  statsmodels.stats.power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Power, Effect Size, P-Values &amp; Sample Size Estimation</dc:title>
  <dc:subject>Statistical Power Analysis using Python</dc:subject>
  <dc:creator>Data Science Portfolio</dc:creator>
  <cp:lastModifiedBy>Data Science Portfolio</cp:lastModifiedBy>
  <cp:revision>1</cp:revision>
  <dcterms:created xsi:type="dcterms:W3CDTF">2026-08-18T07:05:44Z</dcterms:created>
  <dcterms:modified xsi:type="dcterms:W3CDTF">2026-08-18T07:05:44Z</dcterms:modified>
</cp:coreProperties>
</file>