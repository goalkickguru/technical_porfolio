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Outcome Prediction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the Generalized Linear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project implementing odds, logits, model context,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interpretation in Python (statsmodels)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Denis (2021), Chapter 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Project  |  2 /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Ordinary Least Squares Fails for Binary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5204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3520440" cy="109728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Continuity Assumption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assumes a continuous response. Binary outcomes (0/1) violate this at the most fundamental level.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5204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45920"/>
            <a:ext cx="3520440" cy="109728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11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Probability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values from OLS can fall outside [0, 1]. Probability cannot be negative or greater than 1.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645920"/>
            <a:ext cx="3520440" cy="109728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011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Heteroscedasticity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743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of a binary variable is a function of its mean: p(1−p). Constant variance assumption fails.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Project  |  3 /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Probability → Odds → Logit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odds  =  p  /  (1 − p)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at 1.0 when p = 0.5.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1 when event is more likely.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(log-odds)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  =  ln( p / (1 − p) 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0 when odds = 1.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linear response we actually model.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1064240" cy="2011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69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have the logit, coefficients are interpreted exactly as in linear regression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units are now log-odds. A one-unit increase in x changes the predicted logit by β.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Project  |  4 /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APPLICATION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Challenger O-Ring Failure (1986)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outcome: O-ring blow-by (1 = failure, 0 = no failure)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Predictor: Launch temperature (°F)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scale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Coefficient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−0.232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033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°F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194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836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81160" y="2194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6404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R²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6404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0.281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46404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McFadden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equation:  predicted logit  =  15.04  −  0.232 × Temperature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actual launch temperature of 31°F the model produces a very high predicted probability of failure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that, had it been fully heeded, might have altered the decision to launch.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Project  |  5 /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Logistic Regression &amp;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Context Matters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predictors are present, every coefficient is conditional on the other variables remaining in the model. Changing the predictor set changes the numerical value of each coefficient.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5394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~ Lag1 + Lag2 + Lag3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Lag4 + Lag5 + Volume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Lag1 coefficient ≈ −0.0731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= 0.145)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834640"/>
            <a:ext cx="5394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~ Lag1 only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4297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Lag1 coefficient ≈ −0.0702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= 0.160)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Project  |  6 /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Logit → Odds → Probability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642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Logit Scale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coefficient from the model. Units are log-odds. Directly comparable to an OLS slope in interpretation style.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815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2880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Odds Ratio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exp(β). Multiplicative effect on the odds of the event for a one-unit increase in the predictor.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98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47091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logit: 1 / (1 + e^(−logit)). Most intuitive for stakeholders and decision makers.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Project  |  7 /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STANDARDS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 for Job-Ready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486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" cy="128016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Measurement 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why the outcome is treated as binary. Document operationalization.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486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463040"/>
            <a:ext cx="109728" cy="128016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Include Context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report a coefficient without naming the other variables held constant.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5486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880360"/>
            <a:ext cx="109728" cy="128016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108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 for Audience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odds ratios and probabilities when speaking to non-statisticians.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2880360"/>
            <a:ext cx="5486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880360"/>
            <a:ext cx="109728" cy="128016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108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Separation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or quasi-complete separation can make estimates unreliable.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5486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297680"/>
            <a:ext cx="109728" cy="128016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Limitations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 cannot support strong causal claims. State this clearly.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4297680"/>
            <a:ext cx="5486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4297680"/>
            <a:ext cx="109728" cy="128016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Reproduce Everything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2084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must run top-to-bottom. Archive data snapshot and random seeds.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Project  |  8 /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ARTIFACTS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Produces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1064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733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7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554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Checklist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9202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quality gate covering measurement, modeling, interpretation, and documentation.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1064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7706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7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2651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30175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memorandum defining purpose, scope, objectives, and methodological guardrails.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11064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867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7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Reusable Notebook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1148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Jupyter template for any binary logistic regression analysis.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1064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651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7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4846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Topics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521208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high-value domains where the same workflow applies directly.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“All models are context dependent.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must include the context of the model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ran when interpreting individual coefficients.”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Denis (2021)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checklist. Run the notebook. Interpret with care.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 &amp; the Generalized Linear Model</dc:title>
  <dc:subject>Binary Outcome Prediction Project</dc:subject>
  <dc:creator>Applied Statistics Project</dc:creator>
  <cp:lastModifiedBy>Applied Statistics Project</cp:lastModifiedBy>
  <cp:revision>1</cp:revision>
  <dcterms:created xsi:type="dcterms:W3CDTF">2026-08-18T10:00:41Z</dcterms:created>
  <dcterms:modified xsi:type="dcterms:W3CDTF">2026-08-18T10:00:41Z</dcterms:modified>
</cp:coreProperties>
</file>