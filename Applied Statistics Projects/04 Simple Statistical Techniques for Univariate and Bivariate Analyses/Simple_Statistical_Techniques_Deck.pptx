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SIMPLE STATISTICAL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TECHNIQUES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Analyses in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• Spearman • t-tests • Binomial • Chi-squared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Denis (2021)  |  Portfolio Project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CHAPTER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85039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Pearson Correlation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1247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test, and interpret the linear association between two continuous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91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16276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Always Plot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19019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interpret a correlation without a scatterplot — zero r ≠ zero relationship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468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40487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Spearman’s Rho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6791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monotonic (not necessarily linear) relationships via ranks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461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31821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t-Tests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564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means: one-sample, independent, and paired designs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395935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Categorical Tests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23367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test and chi-squared goodness-of-fit / contingency tables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PEARSON PRODUCT-MOMENT CORRELATION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6F4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  =  cov(x, y)  /  (sx · sy)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covariance — dimensionless, bounded between −1 and +1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Numerator is the average cross-product of deviations (covariance)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Denominator places bounds and removes the influence of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r² = proportion of variance explained  →  1 − r² = coefficient of humility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 statistically significant r can still be scientifically trivial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PEARSON r OF ZERO DOES NOT MEAN “NO RELATIONSHIP”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TRAP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reports r ≈ 0. Analyst concludes “variables are unrelated.” Reality: a strong curvilinear or non-linear pattern was present and completely missed.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7A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plot the data first. Pearson only captures linear association. A near-zero r is evidence against linearity, not against any relationship whatsoever.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SPEARMAN’S RHO — MONOTONIC RELATIONSHIPS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measures the strength of a monotonic (consistently increasing or decreasing) relationship, regardless of whether it is linear.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972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to prefer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but ordered patterns, ordinal data, or heavy-tailed distributions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0972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applied to the ranks of the observations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10972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1 means perfect monotonicity (every increase in x is matched by an increase in 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09728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Comparison tip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divergence between r and ρ is a diagnostic signal of non-linearity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DON’T LET A CORRELATION IMPRESS YOU TOO MUCH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everything in nature is correlated to some degree.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With large enough n you can reject H₀: ρ = 0 for almost any non-zero sample correlation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statistically significant r of 0.20 may be exactly what was expected by chance for those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 = 0.50 still leaves 75 % of the variance unexplained — the coefficient of humility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Scientific importance is judged by the variables and the design, not by the absolute size of r alone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t-TESTS FOR COMPARING MEANS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One-Sample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(ȳ − μ₀) / (s / √n)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sample mean could reasonably have come from a population with mean μ₀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22960"/>
            <a:ext cx="27432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(ȳ₁ − ȳ₂) / SE_diff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groups. Check normality &amp; homogeneity of variance (Levene as guide)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on the differences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measured twice (or matched pairs). Independence is violated if treated as two-sample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BINOMIAL TEST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probability of a given number of successes in n independent binary trials with constant success probability 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6F4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Conditions for validity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Binary &amp; mutually exclusive outcomes   2. Stationary probability of success   3. Independent trials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illustration: probability of ≥ k heads in n flips of a coin hypothesized to be fair (p = 0.5). A large p-value under the null simply means the observed data are common under a fair coin — it does not “prove” fairness.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CHI-SQUARED GOODNESS-OF-FIT &amp; CONTINGENCY TABLES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χ² = Σ (Oi − Ei)² / Ei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Goodness-of-Fit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categorical variable. Tests whether observed frequencies match a hypothesized set of expected frequencies (often equal proportions).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observed frequencies = expected under the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Contingency Table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(or more) categorical variables. Tests independence / association. Expected cell counts derived from row and column marginal totals.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no association between the row and column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 FOR PRACTICE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first. A correlation coefficient without a scatterplot is incomplete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430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051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 is evidence against linearity, not against any relationship.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≠ scientific importance. Inspect effect size and context.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4231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3317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r² is the coefficient of humility — most variance is usually unexplained.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null carefully. Rejecting a silly null is rarely impressive.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37033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data require paired tests. Independence is an assumption, not a default.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SIMPLE TESTS ARE OFTEN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MOST MISUSED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number with a plot.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p-value with judgment.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rejection of H₀ with a clear statement of what the null actually claimed.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Statistical Techniques for Univariate and Bivariate Analyses</dc:title>
  <dc:subject>PptxGenJS Presentation</dc:subject>
  <dc:creator>Data Science Portfolio</dc:creator>
  <cp:lastModifiedBy>Data Science Portfolio</cp:lastModifiedBy>
  <cp:revision>1</cp:revision>
  <dcterms:created xsi:type="dcterms:W3CDTF">2026-08-18T06:46:02Z</dcterms:created>
  <dcterms:modified xsi:type="dcterms:W3CDTF">2026-08-18T06:46:02Z</dcterms:modified>
</cp:coreProperties>
</file>