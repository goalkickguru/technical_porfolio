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  ·  MACHINE LEARNING BY EXAMPLE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Online Ad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Click-Through with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Tree-Based Algorithms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Trees  ·  Random Forests  ·  Gradient Boosting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Technical Briefing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Ad Click-Through  •  Tree-Based Algorithms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234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11612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1490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CTR prediction matters and what success looks like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21214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Tree-Based Models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2450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data, interpretability, and performance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154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28800" y="30815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Mechanics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34107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Gini, Information Gain, CART splitting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28800" y="40416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Scratch → Production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28800" y="43708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implementation + scikit-learn + ensembles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074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828800" y="50017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Next Steps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828800" y="5330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benchmarks and reusable assets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Ad Click-Through  •  Tree-Based Algorithms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display advertising is a multi-billion-dollar industry. The primary effectiveness metric is Click-Through Rate (CTR) — the ratio of clicks to impressions.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37360"/>
            <a:ext cx="361188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Features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Category &amp; format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Position on page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657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Creative text / media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43400" y="17373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737360"/>
            <a:ext cx="361188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/ App Context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Site category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Domain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657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Publisher signals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38160" y="173736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737360"/>
            <a:ext cx="3611880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20574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Context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6760" y="2651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Age, gender, device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6676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Interests &amp; history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66760" y="36576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Location &amp; income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Ad Click-Through  •  Tree-Based Algorithms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Tree-Based Algorithms?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9601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960120"/>
            <a:ext cx="10972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143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Categorical Handling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463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CTR features are categorical. Trees split on categories directly without forced numerical assumptions.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194560"/>
            <a:ext cx="10972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377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Interpretability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6974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paths are readable by non-technical stakeholders — critical when explaining models to advertisers.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429000"/>
            <a:ext cx="10972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6118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Tabular Performance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931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Forests and Gradient Boosting consistently rank among the best algorithms for structured data.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663440"/>
            <a:ext cx="109728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8463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Feature Selection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51663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Impurity-based importance naturally ranks which ad, site, or user signals matter most.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Ad Click-Through  •  Tree-Based Algorithms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Mechanics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5486400" cy="512064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05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Quality Metrics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54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 Impurity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class mixture. Lower = purer node.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Gini = 1 − Σ (fₖ)²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Gain / Entropy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9718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uncertainty after a split.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 = − Σ fₖ · log₂(fₖ)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Algorithm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splits only. Greedy search for best feature + threshold. Stops at max depth or min samples.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822960"/>
            <a:ext cx="5486400" cy="5120640"/>
          </a:xfrm>
          <a:prstGeom prst="roundRect">
            <a:avLst>
              <a:gd name="adj" fmla="val 1786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Process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Start at root with full training 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Evaluate every feature × value split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2834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Choose split with lowest weighted impurity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3429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Recursively grow left &amp; right children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023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Stop when pure, max depth, or min size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37960" y="4617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Assign majority class to each leaf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Ad Click-Through  •  Tree-Based Algorithms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Path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657600" cy="4846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36576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Scratch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Gini &amp; Entropy functions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split_node / get_best_split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Recursive tree builder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Toy dataset validation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1005840"/>
            <a:ext cx="3657600" cy="4846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1005840"/>
            <a:ext cx="365760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2628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DecisionTreeClassifier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GridSearchCV on max_depth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export_graphviz visualization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Baseline ROC-AUC ≈ 0.72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1005840"/>
            <a:ext cx="3657600" cy="4846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0" y="1005840"/>
            <a:ext cx="365760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6676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41248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Random Forest (bagging)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Feature randomness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XGBoost / Gradient Boosting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Feature importance analysis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Ad Click-Through  •  Tree-Based Algorithms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 Highlights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600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Avazu CTR dataset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(first 300k rows)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697480" y="137160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429000" y="1600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834640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34640" y="2926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id, hour,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device_id, device_ip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029200" y="137160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760720" y="1600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76072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66360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66360" y="2926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train / 10% test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360920" y="137160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092440" y="1600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98080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98080" y="2926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OneHotEncoder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handle_unknown=ignore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692640" y="1371600"/>
            <a:ext cx="2194560" cy="256032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24160" y="1600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10424160" y="1737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829800" y="25146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829800" y="2926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+ RF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4805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Best Practices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1520" y="49377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Never fit the encoder on the test set   • Use chronological (not random) splits for time-ordered data   • Prefer ROC-AUC over accuracy on imbalanced CTR data   • Always compare against a random baseline (AUC ≈ 0.50)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Ad Click-Through  •  Tree-Based Algorithms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Performance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Baseline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371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0.72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2044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(tuned)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371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+0.03–0.05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4652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over DT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3544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372600" y="13716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9372600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7260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highest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657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AUC of ~0.72 may look modest, yet click-through prediction is inherently noisy (human behavior + creative + context). Beating random by a wide margin already creates substantial value at advertising scale.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029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Tree ensembles correct the high variance of a single decision tree while preserving interpretability and categorical handling — the ideal combination for production CTR systems.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65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Ad Click-Through  •  Tree-Based Algorithms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15600" y="65653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Deliverables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07899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02412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Checklist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3533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Phase-by-phase checklist covering data, modeling, evaluation, and production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20391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03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198424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Memo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31343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proposal documenting business case, approach, timeline, and success criteria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99923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63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94436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Deck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2735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— suitable for technical and stakeholder audiences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79476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95935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390448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Jupyter Template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23367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notebook with from-scratch code, sklearn pipeline, ensembles, and packaging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475488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491947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983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4864608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Topics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519379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adjacent problems (churn, credit risk, campaign response, fraud, e-com conversion)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build.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Tree-based models give you interpretability, strong tabular performance,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clear path from educational implementation to production ensembles.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 Let’s discuss the next modeling priority.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Online Ad Click-Through with Tree-Based Algorithms</dc:title>
  <dc:subject>Chapter 3 style project overview</dc:subject>
  <dc:creator>ML Engineering</dc:creator>
  <cp:lastModifiedBy>ML Engineering</cp:lastModifiedBy>
  <cp:revision>1</cp:revision>
  <dcterms:created xsi:type="dcterms:W3CDTF">2026-08-18T06:24:43Z</dcterms:created>
  <dcterms:modified xsi:type="dcterms:W3CDTF">2026-08-18T06:24:43Z</dcterms:modified>
</cp:coreProperties>
</file>